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OMOP Vocabulary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Progress – Day 2</a:t>
            </a:r>
          </a:p>
          <a:p>
            <a:r>
              <a:t>Rupak Aryal</a:t>
            </a:r>
          </a:p>
          <a:p>
            <a:r>
              <a:t>26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Need for Standardized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Hospitals use different coding systems</a:t>
            </a:r>
          </a:p>
          <a:p>
            <a:pPr>
              <a:defRPr sz="2400"/>
            </a:pPr>
            <a:r>
              <a:t>Same disease written differently</a:t>
            </a:r>
          </a:p>
          <a:p>
            <a:pPr>
              <a:defRPr sz="2400"/>
            </a:pPr>
            <a:r>
              <a:t>Text-based storage creates ambiguity</a:t>
            </a:r>
          </a:p>
          <a:p>
            <a:pPr>
              <a:defRPr sz="2400"/>
            </a:pPr>
            <a:r>
              <a:t>Standardization ensures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The CONCEPT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Central vocabulary table in OMOP</a:t>
            </a:r>
          </a:p>
          <a:p>
            <a:pPr>
              <a:defRPr sz="2400"/>
            </a:pPr>
            <a:r>
              <a:t>Stores unique concept_id</a:t>
            </a:r>
          </a:p>
          <a:p>
            <a:pPr>
              <a:defRPr sz="2400"/>
            </a:pPr>
            <a:r>
              <a:t>Includes concept_name, vocabulary_id, domain_id</a:t>
            </a:r>
          </a:p>
          <a:p>
            <a:pPr>
              <a:defRPr sz="2400"/>
            </a:pPr>
            <a:r>
              <a:t>Referenced by clinical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Standard vs Source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Source concept: original hospital code (e.g., ICD-10 E11)</a:t>
            </a:r>
          </a:p>
          <a:p>
            <a:pPr>
              <a:defRPr sz="2400"/>
            </a:pPr>
            <a:r>
              <a:t>Standard concept: normalized OMOP concept (e.g., SNOMED ID)</a:t>
            </a:r>
          </a:p>
          <a:p>
            <a:pPr>
              <a:defRPr sz="2400"/>
            </a:pPr>
            <a:r>
              <a:t>ETL maps source → standard</a:t>
            </a:r>
          </a:p>
          <a:p>
            <a:pPr>
              <a:defRPr sz="2400"/>
            </a:pPr>
            <a:r>
              <a:t>Both preserved for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Why Mapping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Enables cross-hospital research</a:t>
            </a:r>
          </a:p>
          <a:p>
            <a:pPr>
              <a:defRPr sz="2400"/>
            </a:pPr>
            <a:r>
              <a:t>Prevents duplicate definitions</a:t>
            </a:r>
          </a:p>
          <a:p>
            <a:pPr>
              <a:defRPr sz="2400"/>
            </a:pPr>
            <a:r>
              <a:t>Ensures accurate querying</a:t>
            </a:r>
          </a:p>
          <a:p>
            <a:pPr>
              <a:defRPr sz="2400"/>
            </a:pPr>
            <a:r>
              <a:t>Supports large-scale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