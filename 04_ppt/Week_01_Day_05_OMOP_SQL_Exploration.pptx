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OMOP SQL Exploration (Practical Demo)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Progress – Day 5</a:t>
            </a:r>
          </a:p>
          <a:p>
            <a:r>
              <a:t>Rupak Aryal</a:t>
            </a:r>
          </a:p>
          <a:p>
            <a:r>
              <a:t>27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Objective of Day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how OMOP tables connect practically</a:t>
            </a:r>
          </a:p>
          <a:p>
            <a:pPr>
              <a:defRPr sz="2200"/>
            </a:pPr>
            <a:r>
              <a:t>Insert minimal demo clinical data</a:t>
            </a:r>
          </a:p>
          <a:p>
            <a:pPr>
              <a:defRPr sz="2200"/>
            </a:pPr>
            <a:r>
              <a:t>Write research-style JOIN queries</a:t>
            </a:r>
          </a:p>
          <a:p>
            <a:pPr>
              <a:defRPr sz="2200"/>
            </a:pPr>
            <a:r>
              <a:t>Observe concept-driven data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Reference Data Seeding (Demo 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Seeded minimal DOMAIN rows</a:t>
            </a:r>
          </a:p>
          <a:p>
            <a:pPr>
              <a:defRPr sz="2200"/>
            </a:pPr>
            <a:r>
              <a:t>Seeded minimal VOCABULARY rows</a:t>
            </a:r>
          </a:p>
          <a:p>
            <a:pPr>
              <a:defRPr sz="2200"/>
            </a:pPr>
            <a:r>
              <a:t>Seeded minimal CONCEPT_CLASS rows</a:t>
            </a:r>
          </a:p>
          <a:p>
            <a:pPr>
              <a:defRPr sz="2200"/>
            </a:pPr>
            <a:r>
              <a:t>Inserted concept_id = 0 (No matching concept)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Inserted Demo Clinical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 Patient (person_id = 1001)</a:t>
            </a:r>
          </a:p>
          <a:p>
            <a:pPr>
              <a:defRPr sz="2200"/>
            </a:pPr>
            <a:r>
              <a:t>1 Visit (visit_occurrence_id = 5001)</a:t>
            </a:r>
          </a:p>
          <a:p>
            <a:pPr>
              <a:defRPr sz="2200"/>
            </a:pPr>
            <a:r>
              <a:t>1 Condition: Type 2 Diabetes Mellitus</a:t>
            </a:r>
          </a:p>
          <a:p>
            <a:pPr>
              <a:defRPr sz="2200"/>
            </a:pPr>
            <a:r>
              <a:t>1 Drug: Metformin</a:t>
            </a:r>
          </a:p>
          <a:p>
            <a:pPr>
              <a:defRPr sz="2200"/>
            </a:pPr>
            <a:r>
              <a:t>1 Lab Measurement: HbA1c = 8.5 Percent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Key Learning: Concept-Driven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Clinical tables store concept_id (not text)</a:t>
            </a:r>
          </a:p>
          <a:p>
            <a:pPr>
              <a:defRPr sz="2200"/>
            </a:pPr>
            <a:r>
              <a:t>JOIN with concept table to get readable names</a:t>
            </a:r>
          </a:p>
          <a:p>
            <a:pPr>
              <a:defRPr sz="2200"/>
            </a:pPr>
            <a:r>
              <a:t>Foreign keys enforce data integrity</a:t>
            </a:r>
          </a:p>
          <a:p>
            <a:pPr>
              <a:defRPr sz="2200"/>
            </a:pPr>
            <a:r>
              <a:t>OMOP structure supports reproducible research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Research-Level Query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Joined PERSON → VISIT → CONDITION → DRUG → MEASUREMENT</a:t>
            </a:r>
          </a:p>
          <a:p>
            <a:pPr>
              <a:defRPr sz="2200"/>
            </a:pPr>
            <a:r>
              <a:t>Retrieved patient-level clinical summary</a:t>
            </a:r>
          </a:p>
          <a:p>
            <a:pPr>
              <a:defRPr sz="2200"/>
            </a:pPr>
            <a:r>
              <a:t>Demonstrated relational design of OMOP</a:t>
            </a:r>
          </a:p>
          <a:p>
            <a:pPr>
              <a:defRPr sz="2200"/>
            </a:pPr>
            <a:r>
              <a:t>Foundation for future cohort studies and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