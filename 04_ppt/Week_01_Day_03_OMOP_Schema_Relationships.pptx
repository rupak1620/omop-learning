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OMOP Schema Relationships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Progress – Day 3</a:t>
            </a:r>
          </a:p>
          <a:p>
            <a:r>
              <a:t>Rupak Aryal</a:t>
            </a:r>
          </a:p>
          <a:p>
            <a:r>
              <a:t>26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How OMOP Tables Are Connected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Tables linked using person_id</a:t>
            </a:r>
          </a:p>
          <a:p>
            <a:pPr>
              <a:defRPr sz="2400"/>
            </a:pPr>
            <a:r>
              <a:t>Clinical events linked to visit_occurrence_id</a:t>
            </a:r>
          </a:p>
          <a:p>
            <a:pPr>
              <a:defRPr sz="2400"/>
            </a:pPr>
            <a:r>
              <a:t>Medical meaning standardized via concept_id</a:t>
            </a:r>
          </a:p>
          <a:p>
            <a:pPr>
              <a:defRPr sz="2400"/>
            </a:pPr>
            <a:r>
              <a:t>Relational structure builds complete patient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Role of person_id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Unique identifier for each patient</a:t>
            </a:r>
          </a:p>
          <a:p>
            <a:pPr>
              <a:defRPr sz="2400"/>
            </a:pPr>
            <a:r>
              <a:t>Connects all clinical events</a:t>
            </a:r>
          </a:p>
          <a:p>
            <a:pPr>
              <a:defRPr sz="2400"/>
            </a:pPr>
            <a:r>
              <a:t>Enables patient-level analysis</a:t>
            </a:r>
          </a:p>
          <a:p>
            <a:pPr>
              <a:defRPr sz="2400"/>
            </a:pPr>
            <a:r>
              <a:t>Essential for joining multiple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Role of visit_occurrence_id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Represents a healthcare encounter</a:t>
            </a:r>
          </a:p>
          <a:p>
            <a:pPr>
              <a:defRPr sz="2400"/>
            </a:pPr>
            <a:r>
              <a:t>Provides time context</a:t>
            </a:r>
          </a:p>
          <a:p>
            <a:pPr>
              <a:defRPr sz="2400"/>
            </a:pPr>
            <a:r>
              <a:t>Groups events within a visit</a:t>
            </a:r>
          </a:p>
          <a:p>
            <a:pPr>
              <a:defRPr sz="2400"/>
            </a:pPr>
            <a:r>
              <a:t>Supports time-based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Longitudinal Data &amp; Research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Tracks patient events over time</a:t>
            </a:r>
          </a:p>
          <a:p>
            <a:pPr>
              <a:defRPr sz="2400"/>
            </a:pPr>
            <a:r>
              <a:t>Each event includes date information</a:t>
            </a:r>
          </a:p>
          <a:p>
            <a:pPr>
              <a:defRPr sz="2400"/>
            </a:pPr>
            <a:r>
              <a:t>Research requires joining multiple tables</a:t>
            </a:r>
          </a:p>
          <a:p>
            <a:pPr>
              <a:defRPr sz="2400"/>
            </a:pPr>
            <a:r>
              <a:t>Foundation for cohort building and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