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OMOP CDM Installation (PostgreSQL + v5.4)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Internship Progress – Day 4</a:t>
            </a:r>
          </a:p>
          <a:p>
            <a:r>
              <a:t>Rupak Aryal</a:t>
            </a:r>
          </a:p>
          <a:p>
            <a:r>
              <a:t>27 Feb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Installation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Install OMOP Common Data Model locally</a:t>
            </a:r>
          </a:p>
          <a:p>
            <a:pPr>
              <a:defRPr sz="2200"/>
            </a:pPr>
            <a:r>
              <a:t>Set up PostgreSQL using Docker</a:t>
            </a:r>
          </a:p>
          <a:p>
            <a:pPr>
              <a:defRPr sz="2200"/>
            </a:pPr>
            <a:r>
              <a:t>Create CDM v5.4 schema and tables</a:t>
            </a:r>
          </a:p>
          <a:p>
            <a:pPr>
              <a:defRPr sz="2200"/>
            </a:pPr>
            <a:r>
              <a:t>Verify successful table creation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Operating System: Windows</a:t>
            </a:r>
          </a:p>
          <a:p>
            <a:pPr>
              <a:defRPr sz="2200"/>
            </a:pPr>
            <a:r>
              <a:t>Docker Desktop for containerized PostgreSQL</a:t>
            </a:r>
          </a:p>
          <a:p>
            <a:pPr>
              <a:defRPr sz="2200"/>
            </a:pPr>
            <a:r>
              <a:t>PostgreSQL 16 container (omop-postgres)</a:t>
            </a:r>
          </a:p>
          <a:p>
            <a:pPr>
              <a:defRPr sz="2200"/>
            </a:pPr>
            <a:r>
              <a:t>Schema created: cdm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Installation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Downloaded official OMOP CDM v5.4 PostgreSQL scripts</a:t>
            </a:r>
          </a:p>
          <a:p>
            <a:pPr>
              <a:defRPr sz="2200"/>
            </a:pPr>
            <a:r>
              <a:t>Copied SQL files into Docker container (/ddl)</a:t>
            </a:r>
          </a:p>
          <a:p>
            <a:pPr>
              <a:defRPr sz="2200"/>
            </a:pPr>
            <a:r>
              <a:t>Replaced @cdmDatabaseSchema with 'cdm'</a:t>
            </a:r>
          </a:p>
          <a:p>
            <a:pPr>
              <a:defRPr sz="2200"/>
            </a:pPr>
            <a:r>
              <a:t>Executed DDL → Primary Keys → Constraints → Indices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Verified container running using docker ps</a:t>
            </a:r>
          </a:p>
          <a:p>
            <a:pPr>
              <a:defRPr sz="2200"/>
            </a:pPr>
            <a:r>
              <a:t>Confirmed CDM tables using \dt cdm.*</a:t>
            </a:r>
          </a:p>
          <a:p>
            <a:pPr>
              <a:defRPr sz="2200"/>
            </a:pPr>
            <a:r>
              <a:t>Core tables present: person, visit_occurrence, condition_occurrence</a:t>
            </a:r>
          </a:p>
          <a:p>
            <a:pPr>
              <a:defRPr sz="2200"/>
            </a:pPr>
            <a:r>
              <a:t>Database ready for further exploration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